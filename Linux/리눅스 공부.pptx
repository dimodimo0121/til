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87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6E406-AF6E-738E-A9A4-608D797439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B6F145C-2EF4-0753-13BF-3B4ED4E8AA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615FE0-8FB7-5C85-08A2-9F6F81FDD2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AFC062F-CF54-A173-FA33-3A96BC6697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C22155F-3EB8-4FFF-8C72-05EA98DB97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7144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763233-C232-CED5-8CD9-1BFAE3C7CA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E8FA7AD-78EF-85CC-5020-EC1A726A2C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8823ECF-38C7-870C-D7CF-EBB7876040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BC0342-AEAE-84D7-1B9C-E504FA3D7B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9C620FB-0BCB-6C05-7F2B-CCF29EF95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42628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E1141C-3A15-1C70-AF84-2D96F2C31A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5C7E211-F8D5-F115-3CA6-0D82346742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EE0E82E-76FD-783E-62C9-22C76293A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04B2D4-442B-55CE-6467-997EB8A3A8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31B35A7-4C94-4DBF-C8E9-AF49BFFD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93144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FE09B59-415E-2253-9B8F-915AC52FA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D668565-18B2-59E3-890C-2CB21BDF5B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142D506-8F38-A054-80F1-4D0423E464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D7B413-4FEF-A6D3-A83C-D0E7738DA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24ECDA8-5DCF-7262-C032-D399847124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8C7873E-2BC0-56D4-16B7-9AE75FBD9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9064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FA8A316-C680-0487-F6B5-FBEA22A8C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411C6B-2C1F-B852-3A5D-E7B1E32E5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F81D037-BAB8-44C7-5F32-B56DA54D08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4E836754-F79A-4ED8-2870-7475A7122B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8D883AE3-6AC0-408E-775B-7F3FD45E515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923AFF-6D72-971D-B9AA-903D661B2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8055F33-4F4E-4826-3B05-04C993D2A8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20E82328-821F-DA53-ECBA-F0391E40C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60730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3F4D19-5FDF-16EF-1320-8131EDA98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58369FA-F14B-E62D-A6B7-FBC1ACDA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0C5CD67E-9DA5-12D3-3B2F-47342FED58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105F8B5-675B-2DED-4B06-D57D61C329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1516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B14E041-7EE1-02F7-3D09-8782972FFB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4FD7A49-970A-9B78-D4E7-FFEA56681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86E337-C463-916A-3EA9-DA6F883DCC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03780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9FFC1A-0CD8-DC1D-1D5F-12144B4657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54EBACE-8969-02EA-34B0-BFDF650B97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3BA15C5-51EB-9037-05DC-88088BEDC6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0685E8-CA8C-B160-B6A5-2569296ABB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EFCAF9E-B040-903B-D791-6351065C1C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BE7639-5463-DF06-181E-B72A87520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02425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2E9678-DEEA-CB28-A3DA-F8791D705B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5016F149-E6EB-228F-006B-F3F12998F8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A7C2CB5-3007-7B69-0998-70E9B1936D9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381C1AE-9ABB-F58C-D854-A7FCAFAAC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C81C8F0-E44C-94AF-56E1-0BCC46EC66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F94982C-B1AD-B196-F4FF-572EF769B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15840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0650884-BDE1-C07E-D9B9-F1B932C17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EB802F6-0C34-9D49-5652-1CCA7D3A18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02E22B-A10D-5754-2F82-C811A86F0A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2337BF-7BAC-E798-51CB-B5A60CA7E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2AF232A-D056-BDF9-CFE5-F0D0275446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31269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F67DD28-0A32-CC60-7B0B-7650A63977F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FF9B307-2B53-6263-3ACC-B5EC08F26C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3E710B-51F1-C1B2-FFCA-F5F7A5B9FB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B7F6DEC-2755-4B4E-A6F3-F8AD3BDAC5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F8F4C2B-266C-72C4-AB13-5236848D4C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58490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4C617600-1DA0-038B-9537-75851E1C72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550EE08-F159-6F9D-AC83-D4F1DDF686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5EFD239-6659-4161-5869-27EEDD2320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E28559-68A3-427A-B0AE-52D324B66369}" type="datetimeFigureOut">
              <a:rPr lang="ko-KR" altLang="en-US" smtClean="0"/>
              <a:t>2026-07-09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2C8E499-D0CA-675C-DFF5-E8145FD462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049727-26DC-4E5A-D197-8DE5C2EFC4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553DCC-1DF5-484A-8555-0948C0ADD3C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2080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6395F9C-5756-240A-0C77-2E0F9F0BCC85}"/>
              </a:ext>
            </a:extLst>
          </p:cNvPr>
          <p:cNvSpPr txBox="1"/>
          <p:nvPr/>
        </p:nvSpPr>
        <p:spPr>
          <a:xfrm>
            <a:off x="360218" y="267855"/>
            <a:ext cx="71120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ㅇ</a:t>
            </a:r>
          </a:p>
        </p:txBody>
      </p:sp>
    </p:spTree>
    <p:extLst>
      <p:ext uri="{BB962C8B-B14F-4D97-AF65-F5344CB8AC3E}">
        <p14:creationId xmlns:p14="http://schemas.microsoft.com/office/powerpoint/2010/main" val="14218791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와이드스크린</PresentationFormat>
  <Paragraphs>1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4" baseType="lpstr"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ap ko</dc:creator>
  <cp:lastModifiedBy>ap ko</cp:lastModifiedBy>
  <cp:revision>1</cp:revision>
  <dcterms:created xsi:type="dcterms:W3CDTF">2026-07-09T14:04:26Z</dcterms:created>
  <dcterms:modified xsi:type="dcterms:W3CDTF">2026-07-09T14:05:14Z</dcterms:modified>
</cp:coreProperties>
</file>