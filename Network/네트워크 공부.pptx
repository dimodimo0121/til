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6E406-AF6E-738E-A9A4-608D7974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6F145C-2EF4-0753-13BF-3B4ED4E8A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15FE0-8FB7-5C85-08A2-9F6F81FD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C062F-CF54-A173-FA33-3A96BC66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22155F-3EB8-4FFF-8C72-05EA98DB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1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63233-C232-CED5-8CD9-1BFAE3C7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FA7AD-78EF-85CC-5020-EC1A726A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23ECF-38C7-870C-D7CF-EBB78760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C0342-AEAE-84D7-1B9C-E504FA3D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620FB-0BCB-6C05-7F2B-CCF29EF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26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1141C-3A15-1C70-AF84-2D96F2C3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C7E211-F8D5-F115-3CA6-0D8234674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0E82E-76FD-783E-62C9-22C76293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4B2D4-442B-55CE-6467-997EB8A3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B35A7-4C94-4DBF-C8E9-AF49BFFD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31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09B59-415E-2253-9B8F-915AC52F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68565-18B2-59E3-890C-2CB21BDF5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2D506-8F38-A054-80F1-4D0423E46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7B413-4FEF-A6D3-A83C-D0E7738D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ECDA8-5DCF-7262-C032-D3998471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C7873E-2BC0-56D4-16B7-9AE75FBD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0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8A316-C680-0487-F6B5-FBEA22A8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411C6B-2C1F-B852-3A5D-E7B1E32E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1D037-BAB8-44C7-5F32-B56DA54D0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836754-F79A-4ED8-2870-7475A712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83AE3-6AC0-408E-775B-7F3FD45E5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23AFF-6D72-971D-B9AA-903D661B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055F33-4F4E-4826-3B05-04C993D2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E82328-821F-DA53-ECBA-F0391E40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7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F4D19-5FDF-16EF-1320-8131EDA9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8369FA-F14B-E62D-A6B7-FBC1ACDA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5CD67E-9DA5-12D3-3B2F-47342FED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05F8B5-675B-2DED-4B06-D57D61C3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5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14E041-7EE1-02F7-3D09-8782972F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FD7A49-970A-9B78-D4E7-FFEA5668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6E337-C463-916A-3EA9-DA6F883D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7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FFC1A-0CD8-DC1D-1D5F-12144B46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EBACE-8969-02EA-34B0-BFDF650B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BA15C5-51EB-9037-05DC-88088BED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685E8-CA8C-B160-B6A5-2569296A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CAF9E-B040-903B-D791-6351065C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E7639-5463-DF06-181E-B72A875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4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E9678-DEEA-CB28-A3DA-F8791D7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16F149-E6EB-228F-006B-F3F12998F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7C2CB5-3007-7B69-0998-70E9B1936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81C1AE-9ABB-F58C-D854-A7FCAFAA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1C8F0-E44C-94AF-56E1-0BCC46EC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94982C-B1AD-B196-F4FF-572EF769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5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50884-BDE1-C07E-D9B9-F1B932C1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802F6-0C34-9D49-5652-1CCA7D3A1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2E22B-A10D-5754-2F82-C811A86F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2337BF-7BAC-E798-51CB-B5A60CA7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AF232A-D056-BDF9-CFE5-F0D02754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67DD28-0A32-CC60-7B0B-7650A6397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F9B307-2B53-6263-3ACC-B5EC08F2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E710B-51F1-C1B2-FFCA-F5F7A5B9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7F6DEC-2755-4B4E-A6F3-F8AD3BDA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F4C2B-266C-72C4-AB13-5236848D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617600-1DA0-038B-9537-75851E1C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EE08-F159-6F9D-AC83-D4F1DDF6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EFD239-6659-4161-5869-27EEDD232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8E499-D0CA-675C-DFF5-E8145FD46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49727-26DC-4E5A-D197-8DE5C2EFC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08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395F9C-5756-240A-0C77-2E0F9F0BCC85}"/>
              </a:ext>
            </a:extLst>
          </p:cNvPr>
          <p:cNvSpPr txBox="1"/>
          <p:nvPr/>
        </p:nvSpPr>
        <p:spPr>
          <a:xfrm>
            <a:off x="360218" y="267855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ㅇ</a:t>
            </a:r>
          </a:p>
        </p:txBody>
      </p:sp>
    </p:spTree>
    <p:extLst>
      <p:ext uri="{BB962C8B-B14F-4D97-AF65-F5344CB8AC3E}">
        <p14:creationId xmlns:p14="http://schemas.microsoft.com/office/powerpoint/2010/main" val="1421879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 ko</dc:creator>
  <cp:lastModifiedBy>ap ko</cp:lastModifiedBy>
  <cp:revision>1</cp:revision>
  <dcterms:created xsi:type="dcterms:W3CDTF">2026-07-09T14:04:26Z</dcterms:created>
  <dcterms:modified xsi:type="dcterms:W3CDTF">2026-07-09T14:04:54Z</dcterms:modified>
</cp:coreProperties>
</file>